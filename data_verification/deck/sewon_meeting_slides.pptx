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548640"/>
            <a:ext cx="84490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2400" b="1">
                <a:solidFill>
                  <a:srgbClr val="000000"/>
                </a:solidFill>
                <a:latin typeface="Georgia"/>
              </a:rPr>
              <a:t>Can self-evolution move beyond the initial direct-sampling frontier?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Qwen3-4B · verifier-free SqueezeEvolve (no tests in generation) · 1,093 non-saturated codeforces · oracle = full hidden tests</a:t>
            </a:r>
          </a:p>
          <a:p>
            <a:pPr>
              <a:lnSpc>
                <a:spcPct val="112000"/>
              </a:lnSpc>
            </a:pPr>
            <a:r>
              <a:rPr sz="8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12000"/>
              </a:lnSpc>
            </a:pPr>
            <a:r>
              <a:rPr sz="1300" b="1">
                <a:solidFill>
                  <a:srgbClr val="000000"/>
                </a:solidFill>
                <a:latin typeface="Georgia"/>
              </a:rPr>
              <a:t>Three pass@K quantities we keep separate: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1.  current/evolving-population pass@K — oracle of the CURRENT candidate set; selection can never exceed it; we make NO claim against it.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2.  initial direct-sampling pass@K — the base model's first K samples; THIS is the frontier we test.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3.  compute-matched direct-sampling frontier pass@(N×T) — the same total budget spent on naive sampling; the “more than just sampling?” baseline.</a:t>
            </a:r>
          </a:p>
          <a:p>
            <a:pPr>
              <a:lnSpc>
                <a:spcPct val="112000"/>
              </a:lnSpc>
            </a:pPr>
            <a:r>
              <a:rPr sz="800" b="0">
                <a:solidFill>
                  <a:srgbClr val="000000"/>
                </a:solidFill>
                <a:latin typeface="Georgia"/>
              </a:rPr>
              <a:t/>
            </a:r>
          </a:p>
          <a:p>
            <a:pPr>
              <a:lnSpc>
                <a:spcPct val="112000"/>
              </a:lnSpc>
            </a:pPr>
            <a:r>
              <a:rPr sz="1250" b="1">
                <a:solidFill>
                  <a:srgbClr val="000000"/>
                </a:solidFill>
                <a:latin typeface="Georgia"/>
              </a:rPr>
              <a:t>Claim under test: evolution reaches solutions that compute-matched independent sampling essentially never reaches; gains sit at the difficulty boundary; we fold them back into the same model (self-evolution, no teacher).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Frontier movement — evolution vs compute-matched sampling (verified)</a:t>
            </a:r>
          </a:p>
        </p:txBody>
      </p:sp>
      <p:pic>
        <p:nvPicPr>
          <p:cNvPr id="3" name="Picture 2" descr="sewon_hard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8321040" cy="2655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3703320"/>
            <a:ext cx="84490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000000"/>
                </a:solidFill>
                <a:latin typeface="Georgia"/>
              </a:rPr>
              <a:t>A 2nd independent 16-draw adds ~NOTHING (850→850 coverage; 1/244 hard-zeros; the two draws agree on 243/244) — independent sampling saturates by ~16 samples. SE at the SAME 32-sample budget solves 38 hard-zeros (51 by loop2, 58 = 23.8% cumulative).</a:t>
            </a:r>
          </a:p>
          <a:p>
            <a:pPr>
              <a:lnSpc>
                <a:spcPct val="112000"/>
              </a:lnSpc>
            </a:pPr>
            <a:r>
              <a:rPr sz="1000" b="0">
                <a:solidFill>
                  <a:srgbClr val="000000"/>
                </a:solidFill>
                <a:latin typeface="Georgia"/>
              </a:rPr>
              <a:t>Honest caveats: pop-8 cross-check at matched-16: SE 1,384 vs BoN 1,373 (+28/−17) — modest aggregate edge; independent-48 baseline missing (loop2 not compute-matched yet); partial loop3 = net −1 (saturating); 7 loop1 solves eroded at loop2 (union keeps them).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Where gains concentrate — boundary buckets &amp; stopping rules</a:t>
            </a:r>
          </a:p>
        </p:txBody>
      </p:sp>
      <p:pic>
        <p:nvPicPr>
          <p:cNvPr id="3" name="Picture 2" descr="bucke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4937760" cy="276514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914400"/>
          <a:ext cx="3383278" cy="1645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0991"/>
                <a:gridCol w="514846"/>
                <a:gridCol w="735495"/>
                <a:gridCol w="661946"/>
              </a:tblGrid>
              <a:tr h="329183">
                <a:tc>
                  <a:txBody>
                    <a:bodyPr wrap="non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stopping rule (offline sim)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saved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frontier kept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coverage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non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full 2-loop run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0%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58/58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907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 wrap="non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freeze 9-15 bucket only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48%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58/58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000000"/>
                          </a:solidFill>
                          <a:latin typeface="Times New Roman"/>
                        </a:rPr>
                        <a:t>907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29183">
                <a:tc>
                  <a:txBody>
                    <a:bodyPr wrap="non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pure boundary (drop 0-bucket too)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1/58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850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 wrap="non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stop-when-dry (no new uniques)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11%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38/58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000000"/>
                          </a:solidFill>
                          <a:latin typeface="Times New Roman"/>
                        </a:rPr>
                        <a:t>887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27432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Boundary buckets (1, 2-4) gain most per loop; 9-15 plateaus at loop1 and its UNIQUE density falls at loop2 (duplicates).</a:t>
            </a:r>
          </a:p>
          <a:p>
            <a:pPr>
              <a:lnSpc>
                <a:spcPct val="112000"/>
              </a:lnSpc>
            </a:pPr>
            <a:r>
              <a:rPr sz="1050" b="1">
                <a:solidFill>
                  <a:srgbClr val="000000"/>
                </a:solidFill>
                <a:latin typeface="Georgia"/>
              </a:rPr>
              <a:t>The 0-bucket is thin but carries THE ENTIRE frontier — curricula must keep hard-zero exploration.</a:t>
            </a:r>
          </a:p>
          <a:p>
            <a:pPr>
              <a:lnSpc>
                <a:spcPct val="112000"/>
              </a:lnSpc>
            </a:pPr>
            <a:r>
              <a:rPr sz="900" b="0">
                <a:solidFill>
                  <a:srgbClr val="000000"/>
                </a:solidFill>
                <a:latin typeface="Georgia"/>
              </a:rPr>
              <a:t>(Descriptive simulation on collected loops; no curriculum experiment run yet.)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Folding back into weights — SFT pilots (held-out LCBv6, raw generation)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7472" y="822960"/>
          <a:ext cx="8449056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8416"/>
                <a:gridCol w="1152144"/>
                <a:gridCol w="1024128"/>
                <a:gridCol w="1024128"/>
                <a:gridCol w="1024128"/>
                <a:gridCol w="896112"/>
              </a:tblGrid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arm (LoRA, empty-think/code-only)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pass@1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pass@16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cap-hit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base (untrained)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0.413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0.482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44%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loop0 · best-per-problem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804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0.436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0.534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0.595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24%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loop1 (SE) · best-per-problem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872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0.437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0.528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0.588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26%</a:t>
                      </a:r>
                    </a:p>
                  </a:txBody>
                  <a:tcPr marT="12700" marB="12700" marL="50800" marR="50800">
                    <a:solidFill>
                      <a:srgbClr val="ECECE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loop0 · all-unique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3,889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0.410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0.504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0.565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26%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loop1 (SE) · all-unique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9,025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0.397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0.494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0.557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19%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real-CoT · best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371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0.203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0.260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0.290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77%</a:t>
                      </a:r>
                    </a:p>
                  </a:txBody>
                  <a:tcPr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47472" y="3154680"/>
            <a:ext cx="84490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00" b="1">
                <a:solidFill>
                  <a:srgbClr val="000000"/>
                </a:solidFill>
                <a:latin typeface="Georgia"/>
              </a:rPr>
              <a:t>Durable (weight-level): oracle-verified best-per-problem beats base at EVERY k; SE-source ≈ independent-source at matched selection (Δ 0.001) in this small cross-platform pilot — SE's 68 extra covered problems can't show up here by construction.</a:t>
            </a:r>
          </a:p>
          <a:p>
            <a:pPr>
              <a:lnSpc>
                <a:spcPct val="112000"/>
              </a:lnSpc>
            </a:pPr>
            <a:r>
              <a:rPr sz="1050" b="0">
                <a:solidFill>
                  <a:srgbClr val="000000"/>
                </a:solidFill>
                <a:latin typeface="Georgia"/>
              </a:rPr>
              <a:t>Selection vs durable, kept separate: test-time selection is worth up to +0.10–0.24 pass@1 on codeforces pools (needs a strong judge: gpt-oss V1 0.80/0.81 ≈ oracle 0.83/0.86; the 4B can't verify itself — SVD below random). Durable SFT lift so far: +0.023.</a:t>
            </a:r>
          </a:p>
          <a:p>
            <a:pPr>
              <a:lnSpc>
                <a:spcPct val="112000"/>
              </a:lnSpc>
            </a:pPr>
            <a:r>
              <a:rPr sz="1000" b="0">
                <a:solidFill>
                  <a:srgbClr val="000000"/>
                </a:solidFill>
                <a:latin typeface="Georgia"/>
              </a:rPr>
              <a:t>Negatives verified: all-unique dumping ≤ base @pass@1; real-CoT collapses (78% hit the 40,960-token cap); final-only 0.131. Next: boundary-set RL (Setlur: verifier-free trace-cloning is suboptimal).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844905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Georgia"/>
              </a:rPr>
              <a:t>Questions for Sewon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868680"/>
            <a:ext cx="84490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1.  Boundary curriculum: informative band carries the RL gradient, but the 0-bucket carries the frontier (drop it → lose 57/58 solves). Principled budget split between boundary exploitation and hard-zero exploration?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2.  Stopping rule: freeze problems at ≥9/16 estimated density? Test-free version would use gpt-oss SVD density estimates (r≈0.65, over-claim ≤3) — defensible?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3.  SFT vs RL for fold-back: given the SE-vs-independent SFT null at matched selection, is boundary-set GRPO the cleaner test of evolution-data value?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4.  Final-answer vs evolution-chain EFT: manifests ready (final-correct 9.1k · chain 136 · pref-pairs 2k), but the SE client logs no parent→child lineage — is per-loop state-chain supervision a valid proxy, or re-run generation with lineage logging?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5.  Weak self-verifier vs strong judge: 4B self-verification is below random (AUC≈0.41); a 120B judge ≈ oracle. Is judge-in-the-loop honest for a self-evolution story if disclosed?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000000"/>
                </a:solidFill>
                <a:latin typeface="Georgia"/>
              </a:rPr>
              <a:t>6.  Sample-efficient RL when rollouts are expensive: beyond compute-matched frontier movement, what evidence would convince an RL audience that evolution+verification extracts more signal per rollout?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